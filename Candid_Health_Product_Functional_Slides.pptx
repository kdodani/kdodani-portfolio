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0–3 min TMAY (briefing 90s). Bottom line: I build products that take manual billing and claims work out of queues. PIS: encoded fee schedules so invalids fail at submit (−40%). Detect only — no auto-correct. That is why Candid, SF office, four days. Skip Referral Radar unless they ask about AI. Do not open with the US RCM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Clock: 0–3 TMAY. 3–20 PIS deep. 20–32 second product if asked. 32–40 fundamentals. 40–45 questions. If they invert order, keep the same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interviewer is more engineering-leaning: stay in failure modes and APIs (eligibility API, invalid states, async retry). No LeetCode.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Bottom line: I rebuilt provider invoicing so invalid work died at submit and high-volume orgs could bill — without breaking 322K digital lines. CPT analog = service codes. 837 analog = invoice API. One sentence if they go US. Then stop. Detect only — we did not auto-correct.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go engineer: invalid state first, then the API. Ineligible lines never queued. That was the win. Date-only UI + contract buffer is the class of bug Candid calls time-based coding — do not claim a measured timezone-denial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How I work with eng: spec what must fail, what the biller sees, what ops never receives. I lose visual arguments on purpose. Do not name internal designers.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Failure: we shipped a better product; the cohort did not move. I had treated architecture as adoption. I do not blame the users. Weakness if they ask: I shipped capacity and assumed adoption. I was wrong. Do not say I care too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If they say that’s not US billing: Correct. CPT is our service codes. 837 is our invoice API — structured claim + lines, not X12. I built detect-and-validate. Candid also corrects and learns from the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Physicians were not the bottleneck. A 20-year-old billing system forced clinical documentation through an administrative channel. The hardest call was: clinicians never leave the tool they already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Digital in the EMR was a billing-shaped form. Fax was how the clinical form got to us. We built a second pipe so the note goes to CMS as data, not as an image. Do not say we already moved the 52K faxes.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would change: parallelize vendor commits with the POC. Scale lives in the other four EMRs, not only OSCAR. Measure pipeline velocity and a live F8 with no fax — not only a validated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Success for InfoX was validate the channel, not move the fax volume yet. We proved EMR-native submit, got $80K, and lined up the path to ~70% of the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analog sentence, then your metric ($80K, POC date, ~70% roadmap). Do not invent 837I from Form 8/11 — that is the clinical report that starts the claim, not a UB-04.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45s. Bottom line: I built an AI assist so case managers could find referral opportunities buried in the claim — and still keep the decision. Do not say we reduced review time by X%. Do not say we used live PHI.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Cognitive load is in finding, not deciding. AI should reduce search, not replace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Influence without title: unblock DS, shape the MVP, keep clinical judgment in the product. Same muscle as Candid agents on the residual.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· Excellence is not the highest automation number. Candid’s residual 5% is this call — prior auth, medical necessity, COB. I have already made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did not ask about AI, you should not be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lead with remote, culture-in-the-abstract, or “what’s the next round.” Process is fine as a closer: What does success in this conversation look like for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ask Head of Product next: 30s on strengths (encode from volume; design for the submitter; instrument payments) and why Candid (closed loop). This deck is not for Adam.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KHUSHBOO DODANI  ·  PRODUCT FUNCTIONAL  · 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C1917"/>
                </a:solidFill>
                <a:latin typeface="Calibri"/>
              </a:rPr>
              <a:t>Walk the products — not a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4403C"/>
                </a:solidFill>
                <a:latin typeface="Calibri"/>
              </a:rPr>
              <a:t>Senior PM scoring: what you shipped, PM fundamentals, communication, complexity, teams, influence. Conversational. They lead.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50306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23744"/>
            <a:ext cx="317388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DEFAULT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PIS — first-pass, throughput, cost-to-process. Deep.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2377440"/>
            <a:ext cx="350306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8906" y="2523744"/>
            <a:ext cx="317388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IF EHR / API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InfoX / OSCAR — clinical data at point of care.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8548" y="2377440"/>
            <a:ext cx="350306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3140" y="2523744"/>
            <a:ext cx="317388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IF AI / AGENTS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Referral Radar — retrieve; human decides.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Locked numbers only. No cost-per-claim. No 837 production. Detect ≠ auto-correct.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Two deep beats three shallow. Do not add CIAM. Extensions only if they ask “said no.”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HOW TO USE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They lead. You do not present 18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Screen-share only if they ask you to walk a product. Otherwise these are your notes.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Default walk: PIS (scope → complexity → teams → metric → miss).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Second product only if they pull: InfoX for EMR/integrations, Radar for AI. Not both unless they ask.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Fundamentals follow-ups: prioritize, disagree with eng, miss, 90-day ramp.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Close with 2 questions: what this PM owns first; how they know a PM is working (TCR vs something else).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2/20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CLOCK  · 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Conversational. Most of the time they 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0306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17904"/>
            <a:ext cx="317388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0–3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Rapport + TMAY. Briefing 90s. PIS in the arc. No third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4314" y="1371600"/>
            <a:ext cx="350306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17904"/>
            <a:ext cx="317388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3–20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PIS deep. Scope, systems, influence, metric, miss (discoverability).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8548" y="1371600"/>
            <a:ext cx="350306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3140" y="1517904"/>
            <a:ext cx="317388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20–32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Second product only if they ask. InfoX or Radar — not both.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350306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49624"/>
            <a:ext cx="317388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32–40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Fundamentals: prioritize, eng disagreement, miss, 90-day ramp.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4314" y="3703320"/>
            <a:ext cx="350306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8906" y="3849624"/>
            <a:ext cx="317388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40–45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Your 2 questions. Process is fine as a closer.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8548" y="3703320"/>
            <a:ext cx="350306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3140" y="3849624"/>
            <a:ext cx="317388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D28D9"/>
                </a:solidFill>
                <a:latin typeface="Calibri"/>
              </a:rPr>
              <a:t>DO NOT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44403C"/>
                </a:solidFill>
                <a:latin typeface="Calibri"/>
              </a:rPr>
              <a:t>Four projects. LeetCode. Invented US RCM. “I’m passionate about healthcare.”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3/20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PROJECT 1  ·  DEFAULT WALK  ·  JD: DATA-INTENSIVE, UNIT ECONOMICS, DASHBOARDS,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Provider Invoice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Role: PM, provider invoicing + internal billing/ops. Users: office admins (not the contracted MD).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Shipped in-product validation: fee-schedule service codes, contracted rates, eligibility. Invalid submissions −40%.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3.7M line items. 25 of 3,795 orgs = 50% of remaining paper. Rebuilt 11 screens → 5, multi-claim, no 32-line cap.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Unlocked ~280K blocked lines. Paper 56%→19%. Portal 39%→55%. ~$50K cost-to-process. $580K funded.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PostHog on 322K digital lines/year. Dark → soft → hard launch with Healthcare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4/20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PIS  ·  PRODUCT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Rules, dates, and two products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Fee codes live in CMS HUB with multiple periods. No Date of Service → no fee-code search. DOS is the join key.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Invoice API: orgs only see (and can bill) contracted services. Fail closed. Eligibility could have wrecked submit latency — cut polish.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V1 stayed live (322K lines). V2 for 200–1,900 lines/month. Dual maintenance on purpose.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Sync CMS → async to scale. Portal can succeed while CMS fails. Retry queue; then email to eng for manual submit.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Legacy Kendo Grid: the prototype was not shippable. Compromised UX vs. the Aug 2025–Mar 2026 clock.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Grid encodes format and contract. Entitlement (is this line for this injury?) stays with a human. Residual, not a regex.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5/20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PIS  ·  TEAMS AND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Ops launches, eng fail-closed, Pareto over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Healthcare Operations: named-cohort dark / soft / hard launch. Existing book not disrupted.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Engineering (PIS.API): I bring the invalid state and the volume. They bring the constraint. We fail closed.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I did not survey 3,795 providers. 3.7M lines picked the 25. Disappointed loud low-volume users on purpose.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Design: ship on Kendo, not the AI prototype. Functional value first; standards fixes after launch.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Segment GTM miss: we segmented the build, then used one launch message. Hearing aid still lived in Blueprint.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6/20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PIS  ·  PM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Prioritize the 25. The miss was adoption, not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Prioritize: structural ceiling first (multi-claim, 11→5), then batch/CSV. If they cannot send a high-volume invoice, batch is theater.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Metric family: first-pass (invalid −40%), throughput (~280K lines), cost-to-serve (~$50K ELAN to date). No $/claim.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Tradeoff: slower vanity launch; detect only; two products in prod.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Miss: shipped 11→5 and multi-claim. Month one of the cohort was flat. Duplicate-line icon unread. Users re-typed or stayed on paper.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Fix: PostHog, then affordance + onboarding. Named-user unassisted path is now in definition of done. Launch ≠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7/20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PIS  ·  CANDID HOOK  ·  THEN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Same units as TCR. Missing half: auto-correct.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Candid: get the claim right at submit, then learn from the human residual.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I built the detect layer: rules at submit, invalid −40%, ineligible never queued.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WorkSafe could find errors and not correct them. No flywheel from ops touches into new rules. Fee codes lived on a website.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That gap is why I am here — not because I lack a billing system.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Stop. Do not lecture 1,000 payers. Do not invent 837I.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8/20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PROJECT 2  ·  IF THEY ASK EHR / INTEGRATIONS / 0-TO-1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InfoX / OSCAR — clinical reporting in the EMR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Role: idea champion → PM, Claims. 15 physician interviews (Aug 2022) → $80K Innovation Council → POC 27 Mar 2025.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Form 8/11 is the clinical record that starts every WorkSafe claim. Locked in a 2001 HIBC/Teleplan billing spec. Content frozen since 2015.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Direct JSON from OSCAR eForm → Azure APIM → WorkSafe CMS. No HIBC on the clinical path. Billing can stay on Teleplan.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Beachhead: ~1,200 BC physicians on OSCAR. Roadmap: top 5 EMRs ≈ ~80% of BC physicians, ~70% of the provider ecosystem.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Success for the POC: validated channel + funding. Not “fax volume already dropped.”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9/20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INFOX  ·  PRODUCT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Digital in the EMR. Fax to WorkSafe.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The eForm looked digital. It was built for HIBC/Teleplan — a billing pipe with character limits. Notes truncated. ICD-9 guessed. RTW dates guessed.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Clinical copy still left as print / PDF image → fax (or digital fax) → ELAN re-key. 52K faxes/year. ~$250K. 28M keystrokes. WorkSafe could not ingest the image as data.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Every field change needed WorkSafe + HIBC + every EMR vendor. Care had moved; the spec had not.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GPs will not leave the EMR. A WorkSafe portal or web form fails adoption regardless of UX. First hypothesis (web forms) was wrong.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JSON over FHIR for weeks-not-months. FHIR is the upgrade path. Dual clinical/billing paths on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INFOX  ·  TEAMS AND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Council money. Vendor pipeline. SMEs were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Lost InnoFest (“Death to PDFs”). Socialized anyway. Innovation Council funded $80K. 2021 research had sat unfunded; I re-pitched.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Physicians, medical advisors, claims (305-person survey), architects, OSCAR/McMaster. 50 EMR vendors in outreach. Signals: QHR, Plexia, Medinet, Intrahealth.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SMEs: EMRs have no incentive — pay them. Reality after vendor meetings: they integrate to keep doctors. Test the assumption.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i="0">
                <a:solidFill>
                  <a:srgbClr val="44403C"/>
                </a:solidFill>
                <a:latin typeface="Calibri"/>
              </a:rPr>
              <a:t>WorkSafe is a small fish: ~128K WSBC GP visits vs ~1.9M public. “Be WCB” will not pull EMRs. Form-pay / speed-to-pay might.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11/20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INFOX  ·  PM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Invisible submit. POC before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Prioritize: Form 8/11 first (highest-volume clinical data). Confirmation logs and bidirectional exchange on the roadmap — not in POC done.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Kill: WorkSafe-hosted portal. Discovery said GPs will not use it.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Tradeoff: OSCAR beachhead over immediate commercial coverage. JSON over FHIR. Dual path over one HIBC channel.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Metric for this stage: pipe works, $80K, vendor willingness. Not a production channel-shift like PIS.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Miss to name if asked: sequenced vendors after the POC; started on web forms. Interviews should have come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12/20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INFOX  ·  CANDID HOOK  ·  THEN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Integrate where the chart lives.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Candid ingests from EHRs (Healthie-class) and builds the 837 from digital data. Paper is a leftover, not the product.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Same PM call: GPs will not leave OSCAR. Hearing aid bills in Blueprint. A nicer portal does not unlock that paper.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I will prioritize the API at point of care over homepage polish.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Stop. I did not ship “print a CMS-1500 from an API.” Closest: eForm JSON into CMS.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13/20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PROJECT 3  ·  ONLY IF THEY ASK ABOUT AI / AGENTS / RESIDUAL 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Referral Radar — retrieve; human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InnoFest 2025, Healthcare Programs (~70 contracted services). 2-week sprint. 36 ideas org-wide. 2nd, Process Transformation.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You: problem, MVP, synthetic data, mind-map experience, stakeholder alignment. Cross-functional: DS, architects, devs, SMEs, case managers.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Case managers hunt 20–75 documents (intake, medical, counselling, CM notes, RTW) to find one referral. Windows close.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LLM / RAG over the claim. Evidence traces, timeline, search, mind map. AI recommends. CM keeps the decision.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Prototype. Not a production minutes-saved number. 90+ min is SME input, not a locked ops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14/20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RADAR  ·  PRODUCT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No production data. Trust is the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Production claim data could not be used in the sprint. Healthcare SME had limited time. Data science was blocked.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Finding is the bottleneck, not judging. A ranked list without “why” would not be trusted.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Privacy: synthetic scenarios, not live PHI. Edge cases in synthetic data are incomplete — named tradeoff.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2-week sprint, no formal authority. MVP = explainability (evidence + mind map), not model-accuracy theater.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15/20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RADAR  ·  TEAMS AND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Unblock the model without waiting on PHI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I generated injured-worker / CM interaction scenarios in ChatGPT.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An experienced case manager reviewed and revised them. Approved set went to data science.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Pushed the team off a recommendation list to an interactive mind map — connections, not a score.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Showcase: mind map was the memorable piece. A data architect followed up on the stack. RTW Compliance: “Can this be used for pain?”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16/20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RADAR  ·  PM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Do not auto-refer. Same call as $80M.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Kill: fully automated referral routing. Clinical judgment stays with the CM.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Prioritize: evidence traceability over a black-box confidence score.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Tradeoff: less automation, more trust. Completeness of synthetic data vs. a blocked sprint.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Metric: 2nd of 36; stakeholder pull to extend. Not a production TCR.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If they ask “said no” on a shipped product: treatment extensions — 139K / 79% / $80M — refused auto-approve. Radar is the AI version of that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17/20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RADAR  ·  CANDID HOOK  ·  THEN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Agents retrieve. Humans keep the expensive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Candid: eligibility / coding / appeals agents on the graph; humans on the leftover 5%.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Same pattern: surface evidence, do not unsupervised-spend.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Stop. Do not dump Radar unless they asked about AI. Do not make it the pride story — that is PIS.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18/20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CLOSE  ·  PICK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Your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What would this PM own first — submission, rules/edits, denials, reporting, or onboarding?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How do you know a PM is working here — touchless rate, time-to-pay, cost-to-collect, something else?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Of the residual 5%, what share is missing clinical data vs payer-rule drift vs prior auth?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>
                <a:solidFill>
                  <a:srgbClr val="44403C"/>
                </a:solidFill>
                <a:latin typeface="Calibri"/>
              </a:rPr>
              <a:t>When a human corrects a claim, how fast does that become a suggested rule — and who accepts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19/20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115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DO / DON’T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1917"/>
                </a:solidFill>
                <a:latin typeface="Calibri"/>
              </a:rPr>
              <a:t>Locked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Do: open with PIS. Metrics in the first sentence. Name the miss without blaming users or eng.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Do: office admins submit; EMR/Blueprint is the system of record; detect ≠ auto-correct.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Don’t: four projects. Don’t invent cost-per-claim or US 837/CPT production.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Don’t: “I shadowed case managers every week.” Don’t say Radar shipped a time-saved metric.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Don’t: InfoX already cut 52K faxes. Don’t name internal people as the villain.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 i="0">
                <a:solidFill>
                  <a:srgbClr val="44403C"/>
                </a:solidFill>
                <a:latin typeface="Calibri"/>
              </a:rPr>
              <a:t>Numbers: invalid −40%; 3.7M; 25/3,795; 11→5; ~280K; paper 56%→19%; ~$50K; $580K; 322K; $80M / 139K / 79%; OSCAR $80K / 27 Mar 2025 / ~70%; Radar 2nd / 36.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115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8716C"/>
                </a:solidFill>
                <a:latin typeface="Calibri"/>
              </a:rPr>
              <a:t>Khushboo Dodani  ·  Candid Health Product Functional  ·  20/20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8716C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